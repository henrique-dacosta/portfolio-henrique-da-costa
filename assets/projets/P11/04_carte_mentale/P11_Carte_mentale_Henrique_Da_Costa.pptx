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60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37160"/>
            <a:ext cx="14081760" cy="34747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172554"/>
                </a:solidFill>
                <a:latin typeface="Aptos"/>
              </a:rPr>
              <a:t>PROJET 11 — CARTE MENTALE DU PORTFOLIO DE PROFESSIONNEL DE LA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84632"/>
            <a:ext cx="14081760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Aptos"/>
              </a:rPr>
              <a:t>Organisation des contenus, des livrables et des preuves attendues par Aéroworld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3657600" y="1851660"/>
            <a:ext cx="3904488" cy="2107692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3657600" y="4229100"/>
            <a:ext cx="1938528" cy="850392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657600" y="5079492"/>
            <a:ext cx="1938528" cy="1527048"/>
          </a:xfrm>
          <a:prstGeom prst="line">
            <a:avLst/>
          </a:prstGeom>
          <a:ln w="381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960620" y="6199632"/>
            <a:ext cx="2601468" cy="1801368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62088" y="6199632"/>
            <a:ext cx="2601468" cy="1801368"/>
          </a:xfrm>
          <a:prstGeom prst="line">
            <a:avLst/>
          </a:prstGeom>
          <a:ln w="3810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28048" y="5079492"/>
            <a:ext cx="1938528" cy="1527048"/>
          </a:xfrm>
          <a:prstGeom prst="line">
            <a:avLst/>
          </a:prstGeom>
          <a:ln w="381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528048" y="4229100"/>
            <a:ext cx="1938528" cy="850392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562088" y="1851660"/>
            <a:ext cx="3904488" cy="2107692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96128" y="3959352"/>
            <a:ext cx="3931920" cy="2240280"/>
          </a:xfrm>
          <a:prstGeom prst="roundRect">
            <a:avLst/>
          </a:prstGeom>
          <a:solidFill>
            <a:srgbClr val="172554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201168" rIns="228600" bIns="13716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PORTFOLIO DE PROFESSIONNEL
DE LA DATA</a:t>
            </a:r>
          </a:p>
          <a:p>
            <a:pPr algn="ctr">
              <a:spcBef>
                <a:spcPts val="500"/>
              </a:spcBef>
            </a:pPr>
            <a:r>
              <a:rPr sz="1600" b="1">
                <a:solidFill>
                  <a:srgbClr val="BFDBFE"/>
                </a:solidFill>
                <a:latin typeface="Aptos"/>
              </a:rPr>
              <a:t>Henrique Da Costa</a:t>
            </a:r>
          </a:p>
          <a:p>
            <a:pPr algn="ctr"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  <a:latin typeface="Aptos"/>
              </a:rPr>
              <a:t>Comprendre le métier → fiabiliser les données
→ structurer l’analyse → éclairer la décision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868680"/>
            <a:ext cx="3246120" cy="19659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563EB"/>
                </a:solidFill>
                <a:latin typeface="Aptos"/>
              </a:rPr>
              <a:t>CONTEXTE &amp; OBJECTIF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Client fictif : Aéroworld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Data Analyst confirmé / chef de projet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Innovation et intérêt pour le management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Convaincre avant l’entretien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" y="740664"/>
            <a:ext cx="438912" cy="43891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46120"/>
            <a:ext cx="3246120" cy="19659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F766E"/>
                </a:solidFill>
                <a:latin typeface="Aptos"/>
              </a:rPr>
              <a:t>PROFIL &amp; SOFT SKILLS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Double compétence métier + Data / BI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30 ans d’expérience professionnelle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Data Scientist RNCP niveau 7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Analyse, pédagogie, communication, autonomie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" y="3118103"/>
            <a:ext cx="438912" cy="43891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623560"/>
            <a:ext cx="3246120" cy="196596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6D28D9"/>
                </a:solidFill>
                <a:latin typeface="Aptos"/>
              </a:rPr>
              <a:t>PROJETS &amp; PREUVES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P1 à P10 + Judilibre Explorer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Contexte, méthode et résultats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Outils et compétences démontrés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Liens vers les livrables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" y="5495544"/>
            <a:ext cx="438912" cy="438912"/>
          </a:xfrm>
          <a:prstGeom prst="ellipse">
            <a:avLst/>
          </a:prstGeom>
          <a:solidFill>
            <a:srgbClr val="6D28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8001000"/>
            <a:ext cx="3246120" cy="196596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B45309"/>
                </a:solidFill>
                <a:latin typeface="Aptos"/>
              </a:rPr>
              <a:t>GESTION DU PROJET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Analyse du besoin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Cahier des charges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Gantt : 20/06 → 20/07/2026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Risques, arbitrages et recette</a:t>
            </a:r>
          </a:p>
        </p:txBody>
      </p:sp>
      <p:sp>
        <p:nvSpPr>
          <p:cNvPr id="20" name="Oval 19"/>
          <p:cNvSpPr/>
          <p:nvPr/>
        </p:nvSpPr>
        <p:spPr>
          <a:xfrm>
            <a:off x="3209544" y="7872983"/>
            <a:ext cx="438912" cy="438912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0496" y="8001000"/>
            <a:ext cx="3246120" cy="196596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891B2"/>
                </a:solidFill>
                <a:latin typeface="Aptos"/>
              </a:rPr>
              <a:t>CONCEPTION &amp; MOCK-UPS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Mock-up du portfolio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Mock-up du dashboard de veille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Mock-up du dashboard de profil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UX, navigation et responsive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0" y="7872983"/>
            <a:ext cx="438912" cy="438912"/>
          </a:xfrm>
          <a:prstGeom prst="ellipse">
            <a:avLst/>
          </a:prstGeom>
          <a:solidFill>
            <a:srgbClr val="0891B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66576" y="5623560"/>
            <a:ext cx="3246120" cy="196596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4338CA"/>
                </a:solidFill>
                <a:latin typeface="Aptos"/>
              </a:rPr>
              <a:t>VEILLE &amp; TABLEAUX DE BORD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Tests d’outils et de méthodes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Sources, mesure d’impact et priorisation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Dashboard de veille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Dashboard de présentation du profil</a:t>
            </a:r>
          </a:p>
        </p:txBody>
      </p:sp>
      <p:sp>
        <p:nvSpPr>
          <p:cNvPr id="24" name="Oval 23"/>
          <p:cNvSpPr/>
          <p:nvPr/>
        </p:nvSpPr>
        <p:spPr>
          <a:xfrm>
            <a:off x="11338559" y="5495544"/>
            <a:ext cx="438912" cy="438912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66576" y="3246120"/>
            <a:ext cx="3246120" cy="19659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F766E"/>
                </a:solidFill>
                <a:latin typeface="Aptos"/>
              </a:rPr>
              <a:t>FORMATION &amp; DOCUMENTATION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Vidéo de formation : 8 min minimum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Procédure pas à pas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Documentation technique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Accompagnement des utilisateurs</a:t>
            </a:r>
          </a:p>
        </p:txBody>
      </p:sp>
      <p:sp>
        <p:nvSpPr>
          <p:cNvPr id="26" name="Oval 25"/>
          <p:cNvSpPr/>
          <p:nvPr/>
        </p:nvSpPr>
        <p:spPr>
          <a:xfrm>
            <a:off x="11338559" y="3118103"/>
            <a:ext cx="438912" cy="43891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66576" y="868680"/>
            <a:ext cx="3246120" cy="196596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B45309"/>
                </a:solidFill>
                <a:latin typeface="Aptos"/>
              </a:rPr>
              <a:t>PUBLICATION &amp; SOUTENANCE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Portfolio Streamlit + GitHub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Déploiement Streamlit Cloud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Document final avec le lien</a:t>
            </a:r>
          </a:p>
          <a:p>
            <a:pPr>
              <a:spcAft>
                <a:spcPts val="150"/>
              </a:spcAft>
              <a:defRPr sz="1130">
                <a:solidFill>
                  <a:srgbClr val="0F172A"/>
                </a:solidFill>
                <a:latin typeface="Aptos"/>
              </a:defRPr>
            </a:pPr>
            <a:r>
              <a:t>• Soutenance avant le 31/07/2026</a:t>
            </a:r>
          </a:p>
        </p:txBody>
      </p:sp>
      <p:sp>
        <p:nvSpPr>
          <p:cNvPr id="28" name="Oval 27"/>
          <p:cNvSpPr/>
          <p:nvPr/>
        </p:nvSpPr>
        <p:spPr>
          <a:xfrm>
            <a:off x="11338559" y="740664"/>
            <a:ext cx="438912" cy="438912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10177272"/>
            <a:ext cx="7452360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34155"/>
                </a:solidFill>
                <a:latin typeface="Aptos"/>
              </a:rPr>
              <a:t>EXIGENCES TRANSVERSALES : sécurité • confidentialité • performance • accessibilité • maintenabilité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10149840"/>
            <a:ext cx="2331720" cy="384048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Ordre de lecture conseillé : 1 →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283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Henrique Da Costa</dc:creator>
  <cp:keywords/>
  <dc:description>generated using python-pptx</dc:description>
  <cp:lastModifiedBy>Henrique Da Costa</cp:lastModifiedBy>
  <cp:revision>2</cp:revision>
  <dcterms:created xsi:type="dcterms:W3CDTF">2013-01-27T09:14:16Z</dcterms:created>
  <dcterms:modified xsi:type="dcterms:W3CDTF">2026-06-27T09:16:09Z</dcterms:modified>
  <cp:category/>
</cp:coreProperties>
</file>