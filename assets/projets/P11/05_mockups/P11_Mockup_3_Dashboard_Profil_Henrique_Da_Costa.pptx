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370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640080" y="1627632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172554"/>
          </a:soli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1847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Finalité du 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3969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BEAFE"/>
                </a:solidFill>
              </a:rPr>
              <a:t>Permettre à Aéroworld et à Data ESN d’évaluer rapidement le positionnement du candidat : expérience, compétences, réalisations, trajectoire et valeur métier.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889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8DEE9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04672" y="320954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Cible utilisateur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3520440"/>
            <a:ext cx="22311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Recruteur, responsable Data, manager métier ou évaluateur OC.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30632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889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8DEE9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593592" y="320954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clé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93592" y="3520440"/>
            <a:ext cx="22311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profil combine-t-il métier, Data / BI et capacité de restitution 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0632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5F3FF"/>
          </a:solidFill>
          <a:ln w="889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8DEE9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82512" y="320954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attendu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82512" y="3520440"/>
            <a:ext cx="22311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de préqualification, entretien, soutenance et communication professionnelle.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06840" y="30632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7ED"/>
          </a:solidFill>
          <a:ln w="889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8DEE9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9171432" y="320954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facilitée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71432" y="3520440"/>
            <a:ext cx="22311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 les compétences fortes et les preuves associées.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Principes de conception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507492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8DEE9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40080" y="5074920"/>
            <a:ext cx="4572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804672" y="522122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rapide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" y="5532120"/>
            <a:ext cx="31455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en haut de page et blocs courts pour une compréhension en moins de deux minutes.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507492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8DEE9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343400" y="5074920"/>
            <a:ext cx="4572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507992" y="522122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 visibles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07992" y="5532120"/>
            <a:ext cx="31455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Compétences, chronologie, projets phares et atouts distinctifs reliés au besoin client.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50749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8DEE9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8046720" y="5074920"/>
            <a:ext cx="45720" cy="960120"/>
          </a:xfrm>
          <a:prstGeom prst="rect">
            <a:avLst/>
          </a:prstGeom>
          <a:solidFill>
            <a:srgbClr val="6D28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8211312" y="5221224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Posture senior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11312" y="5532120"/>
            <a:ext cx="31912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Mise en avant de la double expertise : métier du chiffre + analyse décisionnelle.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" y="6519672"/>
            <a:ext cx="11430000" cy="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91440" y="6601968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Henrique Da Costa · Business Intelligence Analyst · OpenClassrooms</a:t>
            </a:r>
            <a:endParaRPr lang="en-US" sz="900" b="1" dirty="0"/>
          </a:p>
        </p:txBody>
      </p:sp>
      <p:sp>
        <p:nvSpPr>
          <p:cNvPr id="36" name="Text 34"/>
          <p:cNvSpPr/>
          <p:nvPr/>
        </p:nvSpPr>
        <p:spPr>
          <a:xfrm>
            <a:off x="11247120" y="662025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dirty="0">
                <a:solidFill>
                  <a:srgbClr val="64748B"/>
                </a:solidFill>
              </a:rPr>
              <a:t>1/3</a:t>
            </a:r>
            <a:endParaRPr lang="en-US" sz="67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9E0B9E4-0317-D2D5-611B-C7AD79DFD32C}"/>
              </a:ext>
            </a:extLst>
          </p:cNvPr>
          <p:cNvSpPr/>
          <p:nvPr/>
        </p:nvSpPr>
        <p:spPr>
          <a:xfrm>
            <a:off x="182880" y="411480"/>
            <a:ext cx="11365992" cy="1051560"/>
          </a:xfrm>
          <a:prstGeom prst="roundRect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1D8A0B-50EF-1F18-1577-05A53897A129}"/>
              </a:ext>
            </a:extLst>
          </p:cNvPr>
          <p:cNvSpPr txBox="1"/>
          <p:nvPr/>
        </p:nvSpPr>
        <p:spPr>
          <a:xfrm>
            <a:off x="484632" y="612648"/>
            <a:ext cx="2560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>
                <a:solidFill>
                  <a:srgbClr val="BFDBFE"/>
                </a:solidFill>
                <a:latin typeface="Aptos"/>
              </a:rPr>
              <a:t>PROJET 11 · MOCK-UP</a:t>
            </a:r>
          </a:p>
        </p:txBody>
      </p:sp>
      <p:sp>
        <p:nvSpPr>
          <p:cNvPr id="37" name="TextBox 3">
            <a:extLst>
              <a:ext uri="{FF2B5EF4-FFF2-40B4-BE49-F238E27FC236}">
                <a16:creationId xmlns:a16="http://schemas.microsoft.com/office/drawing/2014/main" id="{21520BD0-7686-0847-37FC-B2D869B30E09}"/>
              </a:ext>
            </a:extLst>
          </p:cNvPr>
          <p:cNvSpPr txBox="1"/>
          <p:nvPr/>
        </p:nvSpPr>
        <p:spPr>
          <a:xfrm>
            <a:off x="484632" y="822960"/>
            <a:ext cx="978408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Aptos"/>
              </a:rPr>
              <a:t>Mock-up </a:t>
            </a:r>
            <a:r>
              <a:rPr lang="fr-FR" sz="2400" b="1" dirty="0">
                <a:solidFill>
                  <a:srgbClr val="FFFFFF"/>
                </a:solidFill>
                <a:latin typeface="Aptos"/>
              </a:rPr>
              <a:t>3</a:t>
            </a:r>
            <a:r>
              <a:rPr sz="2400" b="1" dirty="0">
                <a:solidFill>
                  <a:srgbClr val="FFFFFF"/>
                </a:solidFill>
                <a:latin typeface="Aptos"/>
              </a:rPr>
              <a:t> — </a:t>
            </a:r>
            <a:r>
              <a:rPr lang="fr-FR" sz="2400" b="1" dirty="0">
                <a:solidFill>
                  <a:srgbClr val="FFFFFF"/>
                </a:solidFill>
                <a:latin typeface="Aptos"/>
              </a:rPr>
              <a:t>Tableau de bord de présentation du profil</a:t>
            </a:r>
            <a:endParaRPr sz="2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8" name="TextBox 4">
            <a:extLst>
              <a:ext uri="{FF2B5EF4-FFF2-40B4-BE49-F238E27FC236}">
                <a16:creationId xmlns:a16="http://schemas.microsoft.com/office/drawing/2014/main" id="{60F0BE93-6AC4-9B4D-5072-F65EEFB232E4}"/>
              </a:ext>
            </a:extLst>
          </p:cNvPr>
          <p:cNvSpPr txBox="1"/>
          <p:nvPr/>
        </p:nvSpPr>
        <p:spPr>
          <a:xfrm>
            <a:off x="484632" y="1188720"/>
            <a:ext cx="97840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fr-FR" sz="1050" b="0" dirty="0">
                <a:solidFill>
                  <a:srgbClr val="DBEAFE"/>
                </a:solidFill>
                <a:latin typeface="Aptos"/>
              </a:rPr>
              <a:t>Objectif : synthétiser le parcours, les compétences et la proposition de valeur du candidat.</a:t>
            </a:r>
            <a:endParaRPr sz="1050" b="0" dirty="0">
              <a:solidFill>
                <a:srgbClr val="DBEAFE"/>
              </a:solidFill>
              <a:latin typeface="Aptos"/>
            </a:endParaRPr>
          </a:p>
        </p:txBody>
      </p:sp>
      <p:sp>
        <p:nvSpPr>
          <p:cNvPr id="39" name="Oval 5">
            <a:extLst>
              <a:ext uri="{FF2B5EF4-FFF2-40B4-BE49-F238E27FC236}">
                <a16:creationId xmlns:a16="http://schemas.microsoft.com/office/drawing/2014/main" id="{F82162B2-5EC3-7907-A593-F5DF7BC967F7}"/>
              </a:ext>
            </a:extLst>
          </p:cNvPr>
          <p:cNvSpPr/>
          <p:nvPr/>
        </p:nvSpPr>
        <p:spPr>
          <a:xfrm>
            <a:off x="10561320" y="201168"/>
            <a:ext cx="1325880" cy="132588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82880" y="45720"/>
            <a:ext cx="8046720" cy="25603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Ins="73152" bIns="18288" rtlCol="0" anchor="ctr"/>
          <a:lstStyle/>
          <a:p>
            <a:pPr algn="l"/>
            <a:r>
              <a:rPr sz="790" b="1">
                <a:solidFill>
                  <a:srgbClr val="0F766E"/>
                </a:solidFill>
                <a:latin typeface="Aptos"/>
              </a:rPr>
              <a:t>Livrable P11 - Etape 3 : validation des mock-ups avant réalisation des tableaux de bord et intégration finale au portfolio.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modern_professional_dashboard_ui_screensho_3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83" y="109728"/>
            <a:ext cx="11795585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76981" y="1481328"/>
            <a:ext cx="6406699" cy="4828032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6903720" y="152704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903720" y="157734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269480" y="148132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2563EB"/>
                </a:solidFill>
              </a:rPr>
              <a:t>1. KPI de synthèse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7269480" y="172821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Expérience, diplôme Data, nombre de projets et positionnement : repères de qualification immédiate.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7269480" y="2249424"/>
            <a:ext cx="4389120" cy="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6903720" y="2350008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903720" y="240030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269480" y="230428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6D28D9"/>
                </a:solidFill>
              </a:rPr>
              <a:t>2. Compétences</a:t>
            </a:r>
            <a:endParaRPr lang="en-US" sz="1230" dirty="0"/>
          </a:p>
        </p:txBody>
      </p:sp>
      <p:sp>
        <p:nvSpPr>
          <p:cNvPr id="16" name="Text 13"/>
          <p:cNvSpPr/>
          <p:nvPr/>
        </p:nvSpPr>
        <p:spPr>
          <a:xfrm>
            <a:off x="7269480" y="25511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Barres de répartition pour visualiser les forces principales sans entrer dans le détail technique.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7269480" y="3072384"/>
            <a:ext cx="4389120" cy="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903720" y="3172968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6903720" y="322326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269480" y="312724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0F766E"/>
                </a:solidFill>
              </a:rPr>
              <a:t>3. Chronologie</a:t>
            </a:r>
            <a:endParaRPr lang="en-US" sz="1230" dirty="0"/>
          </a:p>
        </p:txBody>
      </p:sp>
      <p:sp>
        <p:nvSpPr>
          <p:cNvPr id="21" name="Text 18"/>
          <p:cNvSpPr/>
          <p:nvPr/>
        </p:nvSpPr>
        <p:spPr>
          <a:xfrm>
            <a:off x="7269480" y="337413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Frise synthétique reliant expérience métier, montée en compétences Data et spécialisation BI.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7269480" y="3895344"/>
            <a:ext cx="4389120" cy="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6903720" y="3995928"/>
            <a:ext cx="292608" cy="29260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6903720" y="404622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269480" y="395020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B45309"/>
                </a:solidFill>
              </a:rPr>
              <a:t>4. Projets phares</a:t>
            </a:r>
            <a:endParaRPr lang="en-US" sz="1230" dirty="0"/>
          </a:p>
        </p:txBody>
      </p:sp>
      <p:sp>
        <p:nvSpPr>
          <p:cNvPr id="26" name="Text 23"/>
          <p:cNvSpPr/>
          <p:nvPr/>
        </p:nvSpPr>
        <p:spPr>
          <a:xfrm>
            <a:off x="7269480" y="419709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Trois réalisations qui matérialisent la valeur produite : stratégie, data cleaning, machine learning.</a:t>
            </a:r>
            <a:endParaRPr lang="en-US" sz="870" dirty="0"/>
          </a:p>
        </p:txBody>
      </p:sp>
      <p:sp>
        <p:nvSpPr>
          <p:cNvPr id="27" name="Shape 24"/>
          <p:cNvSpPr/>
          <p:nvPr/>
        </p:nvSpPr>
        <p:spPr>
          <a:xfrm>
            <a:off x="7269480" y="4718304"/>
            <a:ext cx="4389120" cy="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6903720" y="4818888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6903720" y="486918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269480" y="477316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0891B2"/>
                </a:solidFill>
              </a:rPr>
              <a:t>5. Atouts &amp; objectif</a:t>
            </a:r>
            <a:endParaRPr lang="en-US" sz="1230" dirty="0"/>
          </a:p>
        </p:txBody>
      </p:sp>
      <p:sp>
        <p:nvSpPr>
          <p:cNvPr id="31" name="Text 28"/>
          <p:cNvSpPr/>
          <p:nvPr/>
        </p:nvSpPr>
        <p:spPr>
          <a:xfrm>
            <a:off x="7269480" y="502005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Éléments différenciants et orientation professionnelle formulée en bénéfice métier.</a:t>
            </a:r>
            <a:endParaRPr lang="en-US" sz="870" dirty="0"/>
          </a:p>
        </p:txBody>
      </p:sp>
      <p:sp>
        <p:nvSpPr>
          <p:cNvPr id="36" name="Text 33"/>
          <p:cNvSpPr/>
          <p:nvPr/>
        </p:nvSpPr>
        <p:spPr>
          <a:xfrm>
            <a:off x="384048" y="6620256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Henrique Da Costa · Business Intelligence Analyst · OpenClassrooms</a:t>
            </a:r>
            <a:endParaRPr lang="en-US" sz="900" b="1" dirty="0"/>
          </a:p>
        </p:txBody>
      </p:sp>
      <p:sp>
        <p:nvSpPr>
          <p:cNvPr id="37" name="Text 34"/>
          <p:cNvSpPr/>
          <p:nvPr/>
        </p:nvSpPr>
        <p:spPr>
          <a:xfrm>
            <a:off x="11247120" y="662025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dirty="0">
                <a:solidFill>
                  <a:srgbClr val="64748B"/>
                </a:solidFill>
              </a:rPr>
              <a:t>3/3</a:t>
            </a:r>
            <a:endParaRPr lang="en-US" sz="670" dirty="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5303" y="1577340"/>
            <a:ext cx="6235225" cy="4631436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6812280" y="5497117"/>
            <a:ext cx="4754880" cy="713232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64008" rIns="109728" rtlCol="0" anchor="ctr"/>
          <a:lstStyle/>
          <a:p>
            <a:pPr algn="ctr"/>
            <a:r>
              <a:rPr sz="1100" b="1">
                <a:solidFill>
                  <a:srgbClr val="0F766E"/>
                </a:solidFill>
                <a:latin typeface="Aptos"/>
              </a:rPr>
              <a:t>Critère de validation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Aptos"/>
              </a:rPr>
              <a:t>Comprendre en moins de trois minutes pourquoi le profil est pertinent pour une mission Data / BI orientée métier.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FD0D76A-B799-5E92-7FC1-0003E25E7F58}"/>
              </a:ext>
            </a:extLst>
          </p:cNvPr>
          <p:cNvSpPr/>
          <p:nvPr/>
        </p:nvSpPr>
        <p:spPr>
          <a:xfrm>
            <a:off x="175506" y="213157"/>
            <a:ext cx="11365992" cy="1051560"/>
          </a:xfrm>
          <a:prstGeom prst="roundRect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96C24-1BDB-1166-D4B4-EA501FC9135A}"/>
              </a:ext>
            </a:extLst>
          </p:cNvPr>
          <p:cNvSpPr txBox="1"/>
          <p:nvPr/>
        </p:nvSpPr>
        <p:spPr>
          <a:xfrm>
            <a:off x="477258" y="414325"/>
            <a:ext cx="2560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>
                <a:solidFill>
                  <a:srgbClr val="BFDBFE"/>
                </a:solidFill>
                <a:latin typeface="Aptos"/>
              </a:rPr>
              <a:t>PROJET 11 · MOCK-UP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B60A241-95E2-DC7D-D035-2C4D3D6DB176}"/>
              </a:ext>
            </a:extLst>
          </p:cNvPr>
          <p:cNvSpPr txBox="1"/>
          <p:nvPr/>
        </p:nvSpPr>
        <p:spPr>
          <a:xfrm>
            <a:off x="477258" y="624637"/>
            <a:ext cx="97840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Annotations fonctionnelles</a:t>
            </a: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0473F68F-7572-0733-EED5-0EF2F9020CC7}"/>
              </a:ext>
            </a:extLst>
          </p:cNvPr>
          <p:cNvSpPr txBox="1"/>
          <p:nvPr/>
        </p:nvSpPr>
        <p:spPr>
          <a:xfrm>
            <a:off x="477258" y="990397"/>
            <a:ext cx="97840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fr-FR" sz="1050" b="0" dirty="0">
                <a:solidFill>
                  <a:srgbClr val="DBEAFE"/>
                </a:solidFill>
                <a:latin typeface="Aptos"/>
              </a:rPr>
              <a:t>Lecture guidée des zones du tableau de bord de présentation du profil</a:t>
            </a:r>
            <a:endParaRPr sz="1050" b="0" dirty="0">
              <a:solidFill>
                <a:srgbClr val="DBEAFE"/>
              </a:solidFill>
              <a:latin typeface="Aptos"/>
            </a:endParaRPr>
          </a:p>
        </p:txBody>
      </p:sp>
      <p:sp>
        <p:nvSpPr>
          <p:cNvPr id="33" name="Oval 5">
            <a:extLst>
              <a:ext uri="{FF2B5EF4-FFF2-40B4-BE49-F238E27FC236}">
                <a16:creationId xmlns:a16="http://schemas.microsoft.com/office/drawing/2014/main" id="{EB87ED38-9767-16FF-16D5-E9D2184B6FE6}"/>
              </a:ext>
            </a:extLst>
          </p:cNvPr>
          <p:cNvSpPr/>
          <p:nvPr/>
        </p:nvSpPr>
        <p:spPr>
          <a:xfrm>
            <a:off x="10553946" y="2845"/>
            <a:ext cx="1325880" cy="132588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812280" y="6335366"/>
            <a:ext cx="4754880" cy="43119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bIns="27432" rtlCol="0" anchor="ctr"/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Sources des indicateurs</a:t>
            </a:r>
          </a:p>
          <a:p>
            <a:pPr>
              <a:spcBef>
                <a:spcPts val="100"/>
              </a:spcBef>
            </a:pPr>
            <a:r>
              <a:rPr sz="900" b="0">
                <a:solidFill>
                  <a:srgbClr val="0F172A"/>
                </a:solidFill>
                <a:latin typeface="Aptos"/>
              </a:rPr>
              <a:t>KPI alimentés par le CV, la matrice projets, les livrables OpenClassrooms et les preuves intégrées au portfolio.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369</Words>
  <Application>Microsoft Office PowerPoint</Application>
  <PresentationFormat>Grand écran</PresentationFormat>
  <Paragraphs>50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Présentation PowerPoint</vt:lpstr>
      <vt:lpstr>Présentation PowerPoint</vt:lpstr>
      <vt:lpstr>Présentation PowerPoint</vt:lpstr>
    </vt:vector>
  </TitlesOfParts>
  <Company>OpenClassrooms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P11 Mock-up 3 Dashboard Profil</dc:title>
  <dc:subject>P11 - Mock-up 3 - Tableau de bord de présentation du profil</dc:subject>
  <dc:creator>Henrique Da Costa</dc:creator>
  <cp:lastModifiedBy>Henrique Da Costa</cp:lastModifiedBy>
  <cp:revision>8</cp:revision>
  <dcterms:created xsi:type="dcterms:W3CDTF">2026-06-29T18:35:49Z</dcterms:created>
  <dcterms:modified xsi:type="dcterms:W3CDTF">2026-06-30T15:14:42Z</dcterms:modified>
</cp:coreProperties>
</file>